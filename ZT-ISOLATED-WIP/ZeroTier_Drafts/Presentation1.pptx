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F875C-6EB7-DE6D-75D8-D93C8C336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1AAE80-CB2D-EAE3-B68C-3C3CD56A9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C844B-B6B0-A8E2-84ED-536948818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79468-C75A-9D4A-9A59-C634BD58DDEF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F3D40-E9C7-9861-414C-2F12B8280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2E0AB-55A7-5747-A8AE-14727FE4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5BD68-FA15-004D-9C90-9EBFD7B4C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59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76D47-04A0-6FE3-27CD-3EFDB40F9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96029-A32E-8131-85B1-A55608B75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2AEFC-8CFA-F8EC-51AD-3D8E85DE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79468-C75A-9D4A-9A59-C634BD58DDEF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2363D-88DA-CE36-5063-FB3734132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D559E-AB9C-8655-C54E-DD0538DDA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5BD68-FA15-004D-9C90-9EBFD7B4C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180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A896D-4D9E-0CA3-04B8-16665B767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C685A-D78F-4840-DAE4-72F411C89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64B1C-DFBA-BC37-7979-2F2520DA5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79468-C75A-9D4A-9A59-C634BD58DDEF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24ADD-63F7-0B2F-1703-6E8BB47C1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556B6-5EF9-B032-5AB9-F2110DD73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5BD68-FA15-004D-9C90-9EBFD7B4C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824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C28EB-8A2D-9098-5153-2351B3AC0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96072-EE9B-321D-D2DB-C2EB26E65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F7AC5-0378-BD04-C0C0-392817FA6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33E57-3149-4AA2-37EA-7A294F127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79468-C75A-9D4A-9A59-C634BD58DDEF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37025-248C-3B6A-B840-4A0F53EB1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B6452-960F-ED44-F7FF-D6FD3551C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5BD68-FA15-004D-9C90-9EBFD7B4C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281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D5EF7-E21A-1A99-B025-60A9AC13E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694D8-F962-C7D8-D89B-E40D9ACD7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28000-E04F-154C-B86B-7F183F8AB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D04E7B-3D30-00ED-B070-3BDCC0CB66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F9579C-3305-1C9F-2FB4-D5D6B8D967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7C16BA-4F12-F36E-5731-1DE95B8B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79468-C75A-9D4A-9A59-C634BD58DDEF}" type="datetimeFigureOut">
              <a:rPr lang="en-US" smtClean="0"/>
              <a:t>9/5/25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AA15DA-3977-4FC2-E30D-463FF2445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181ADC-2744-1064-28FB-253EB907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5BD68-FA15-004D-9C90-9EBFD7B4C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59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653C0-1D50-86AF-0859-7D301057F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6B303F-82EF-F81A-C473-A0D27D0AB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79468-C75A-9D4A-9A59-C634BD58DDEF}" type="datetimeFigureOut">
              <a:rPr lang="en-US" smtClean="0"/>
              <a:t>9/5/25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01531-88FA-C4D9-1823-6D14CD95F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D191DE-9C84-91F2-9A75-FC59211C2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5BD68-FA15-004D-9C90-9EBFD7B4C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353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DBB1C2-449D-ACC1-6037-607EAEC7A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79468-C75A-9D4A-9A59-C634BD58DDEF}" type="datetimeFigureOut">
              <a:rPr lang="en-US" smtClean="0"/>
              <a:t>9/5/25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54990E-A207-B616-5DCB-3C41AB7F5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E94C7-B3A5-1DDB-BFA6-8494EF7D7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5BD68-FA15-004D-9C90-9EBFD7B4C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787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9964B-625B-80C4-2B11-B3ACF8918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72CF2-D97A-EC6B-20AD-9AB8BDD67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9E0DA-B306-46C0-4307-5646FADB5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92D83-CCD3-F1B7-9382-44A32AF9B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79468-C75A-9D4A-9A59-C634BD58DDEF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BB3F6-1C4F-EDC7-342A-F722C419C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4C3BE-62BD-1D57-A4A5-147EBF79C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5BD68-FA15-004D-9C90-9EBFD7B4C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40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5251A-EEDF-F8D1-C701-CF342D5C8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EC60C2-C247-E69E-E173-FB824DA4A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D1E50F-C123-C2DB-74E2-51E771F850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4ED2F-05EA-5B9F-D24C-2DEFB5D45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79468-C75A-9D4A-9A59-C634BD58DDEF}" type="datetimeFigureOut">
              <a:rPr lang="en-US" smtClean="0"/>
              <a:t>9/5/25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AC4AC-37E5-7549-B254-0DFFFA9F3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7AA74-F84A-1402-268A-9F07D5095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5BD68-FA15-004D-9C90-9EBFD7B4C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556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ED692-BF22-01F5-71D0-6B851091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B57296-011E-65FB-B30D-62FAD2DC4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50922-1F39-509F-7352-2485C8EF9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79468-C75A-9D4A-9A59-C634BD58DDEF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B8386-C93E-995E-94EE-E238ED3B6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03C9E-BC82-FD5D-B1C0-829034EB0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5BD68-FA15-004D-9C90-9EBFD7B4C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860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0C08D3-1AE4-7C40-AD33-1EC5467F74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1BC4E7-D8E8-13CA-F373-A41F42C40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E1344-A02C-EA5E-B60B-F9CEF5FE4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79468-C75A-9D4A-9A59-C634BD58DDEF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33906-FDF0-A4F7-7DEA-92D3C92F7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C1540-D789-8D6C-7FF1-0CBF0DCF6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5BD68-FA15-004D-9C90-9EBFD7B4C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06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3F524-010E-31E4-D512-C9448F68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FA31D-D676-14E8-C232-6FAD261C2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E05FA-F46F-F7B9-6FB6-5D44A58BAA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479468-C75A-9D4A-9A59-C634BD58DDEF}" type="datetimeFigureOut">
              <a:rPr lang="en-US" smtClean="0"/>
              <a:t>9/5/25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94A19-9DE7-428C-759E-AF7EEA9589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AF191-A137-2F8F-BDD9-0B37B3AED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5BD68-FA15-004D-9C90-9EBFD7B4C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5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ZeroTier Media Kit | Press Resources &amp; Brand Assets">
            <a:extLst>
              <a:ext uri="{FF2B5EF4-FFF2-40B4-BE49-F238E27FC236}">
                <a16:creationId xmlns:a16="http://schemas.microsoft.com/office/drawing/2014/main" id="{96A361D2-9925-D2F6-A62A-294E6A044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58" y="1075036"/>
            <a:ext cx="4184093" cy="418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403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ZeroTier Media Kit | Press Resources &amp; Brand Assets">
            <a:extLst>
              <a:ext uri="{FF2B5EF4-FFF2-40B4-BE49-F238E27FC236}">
                <a16:creationId xmlns:a16="http://schemas.microsoft.com/office/drawing/2014/main" id="{203EFBAC-D06E-68D0-7FE8-7609080CA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410" y="1686527"/>
            <a:ext cx="10709189" cy="2094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469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ZeroTier Media Kit | Press Resources &amp; Brand Assets">
            <a:extLst>
              <a:ext uri="{FF2B5EF4-FFF2-40B4-BE49-F238E27FC236}">
                <a16:creationId xmlns:a16="http://schemas.microsoft.com/office/drawing/2014/main" id="{C9F7DD91-1248-6154-E648-92D3D0337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36664"/>
            <a:ext cx="12192000" cy="1847850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2100915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ZeroTier | Global Networking Solution for IoT, SD-WAN, and VPN">
            <a:extLst>
              <a:ext uri="{FF2B5EF4-FFF2-40B4-BE49-F238E27FC236}">
                <a16:creationId xmlns:a16="http://schemas.microsoft.com/office/drawing/2014/main" id="{9080349E-C38D-726E-4568-12E09B5C8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6497"/>
            <a:ext cx="78374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606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Williams</dc:creator>
  <cp:lastModifiedBy>John Williams</cp:lastModifiedBy>
  <cp:revision>1</cp:revision>
  <dcterms:created xsi:type="dcterms:W3CDTF">2025-09-05T16:29:16Z</dcterms:created>
  <dcterms:modified xsi:type="dcterms:W3CDTF">2025-09-05T23:01:17Z</dcterms:modified>
</cp:coreProperties>
</file>